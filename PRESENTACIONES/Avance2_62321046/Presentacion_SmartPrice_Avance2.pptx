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7" name="Picture 6" descr="S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 rot="5400000">
              <a:off x="3739196" y="525780"/>
              <a:ext cx="1664208" cy="612648"/>
            </a:xfrm>
            <a:prstGeom prst="rect">
              <a:avLst/>
            </a:prstGeom>
          </p:spPr>
        </p:pic>
        <p:pic>
          <p:nvPicPr>
            <p:cNvPr id="14" name="Picture 13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 rot="5400000">
              <a:off x="3739196" y="5719572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6831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6" y="2354670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883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4007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222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1202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5656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702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195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70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099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292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7383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49581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9880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3868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3162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16495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3363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6858001"/>
            <a:chOff x="0" y="0"/>
            <a:chExt cx="9144000" cy="6858001"/>
          </a:xfrm>
        </p:grpSpPr>
        <p:pic>
          <p:nvPicPr>
            <p:cNvPr id="8" name="Picture 7" descr="S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 rot="5400000">
              <a:off x="4221675" y="39689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 rot="5400000">
              <a:off x="4221675" y="6211888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9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  <p:sldLayoutId id="214748379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Sistema Inteligente de Precios Dinámicos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SmartPrice Pyme – Avance 2</a:t>
            </a:r>
          </a:p>
          <a:p>
            <a:r>
              <a:t>Desarrollo de Aplicaciones de Vanguardia</a:t>
            </a:r>
          </a:p>
          <a:p>
            <a:r>
              <a:t>Anton Leonardo Acosta Romero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Dificultad de pymes para competir con grandes empresas</a:t>
            </a:r>
          </a:p>
          <a:p>
            <a:r>
              <a:t>Uso de algoritmos de precios dinámicos</a:t>
            </a:r>
          </a:p>
          <a:p>
            <a:r>
              <a:t>Sistema web que analiza ventas y stock</a:t>
            </a:r>
          </a:p>
          <a:p>
            <a:r>
              <a:t>Recomendación automática de precios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Información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Proyecto: SmartPrice Pyme</a:t>
            </a:r>
          </a:p>
          <a:p>
            <a:r>
              <a:t>Sistema de precios dinámicos para pymes</a:t>
            </a:r>
          </a:p>
          <a:p>
            <a:r>
              <a:t>Usuarios: dueños y administradores</a:t>
            </a:r>
          </a:p>
          <a:p>
            <a:r>
              <a:t>Aplicación web cliente-servidor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Beneficios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Optimización de ingresos</a:t>
            </a:r>
          </a:p>
          <a:p>
            <a:r>
              <a:t>Decisiones basadas en datos</a:t>
            </a:r>
          </a:p>
          <a:p>
            <a:r>
              <a:t>Ahorro de tiempo</a:t>
            </a:r>
          </a:p>
          <a:p>
            <a:r>
              <a:t>Simulación de escenarios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Análisis Técnico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Backend: Node.js + Express</a:t>
            </a:r>
          </a:p>
          <a:p>
            <a:r>
              <a:t>Frontend: HTML, CSS, JavaScript</a:t>
            </a:r>
          </a:p>
          <a:p>
            <a:r>
              <a:t>Base de datos: MongoDB</a:t>
            </a:r>
          </a:p>
          <a:p>
            <a:r>
              <a:t>Git y GitHub para control de versiones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Optimizar ingresos con precios dinámicos</a:t>
            </a:r>
          </a:p>
          <a:p>
            <a:r>
              <a:t>Implementar algoritmo de análisis</a:t>
            </a:r>
          </a:p>
          <a:p>
            <a:r>
              <a:t>Crear módulo de simulación</a:t>
            </a:r>
          </a:p>
          <a:p>
            <a:r>
              <a:t>Diseñar interfaz intuitiva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Alcance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Sistema web funcional</a:t>
            </a:r>
          </a:p>
          <a:p>
            <a:r>
              <a:t>Gestión de productos y ventas</a:t>
            </a:r>
          </a:p>
          <a:p>
            <a:r>
              <a:t>Motor de recomendación</a:t>
            </a:r>
          </a:p>
          <a:p>
            <a:r>
              <a:t>Documentación del proyecto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de Trabajo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Análisis de requisitos</a:t>
            </a:r>
          </a:p>
          <a:p>
            <a:r>
              <a:t>Diseño de base de datos</a:t>
            </a:r>
          </a:p>
          <a:p>
            <a:r>
              <a:t>Desarrollo backend/frontend</a:t>
            </a:r>
          </a:p>
          <a:p>
            <a:r>
              <a:t>Pruebas y documentación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Requerimientos Funcionales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Gestión de usuarios</a:t>
            </a:r>
          </a:p>
          <a:p>
            <a:r>
              <a:t>Gestión de productos</a:t>
            </a:r>
          </a:p>
          <a:p>
            <a:r>
              <a:t>Registro de ventas</a:t>
            </a:r>
          </a:p>
          <a:p>
            <a:r>
              <a:t>Recomendación de precios</a:t>
            </a:r>
          </a:p>
          <a:p>
            <a:r>
              <a:t>Simulación de ganancias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Sistema que democratiza precios dinámicos</a:t>
            </a:r>
          </a:p>
          <a:p>
            <a:r>
              <a:t>Apoya la toma de decisiones en pymes</a:t>
            </a:r>
          </a:p>
          <a:p>
            <a:r>
              <a:t>Optimiza ingresos automáticamente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á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á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á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</TotalTime>
  <Words>196</Words>
  <Application>Microsoft Office PowerPoint</Application>
  <PresentationFormat>Presentación en pantalla (4:3)</PresentationFormat>
  <Paragraphs>49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Orgánico</vt:lpstr>
      <vt:lpstr>Sistema Inteligente de Precios Dinámicos</vt:lpstr>
      <vt:lpstr>Introducción</vt:lpstr>
      <vt:lpstr>Información General</vt:lpstr>
      <vt:lpstr>Beneficios del Proyecto</vt:lpstr>
      <vt:lpstr>Análisis Técnico</vt:lpstr>
      <vt:lpstr>Objetivos del Sistema</vt:lpstr>
      <vt:lpstr>Alcance del Sistema</vt:lpstr>
      <vt:lpstr>Plan de Trabajo</vt:lpstr>
      <vt:lpstr>Requerimientos Funcionales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Inteligente de Precios Dinámicos</dc:title>
  <dc:subject/>
  <dc:creator>anton acosta romero</dc:creator>
  <cp:keywords/>
  <dc:description>generated using python-pptx</dc:description>
  <cp:lastModifiedBy>anton acosta romero</cp:lastModifiedBy>
  <cp:revision>2</cp:revision>
  <dcterms:created xsi:type="dcterms:W3CDTF">2013-01-27T09:14:16Z</dcterms:created>
  <dcterms:modified xsi:type="dcterms:W3CDTF">2026-02-12T19:17:53Z</dcterms:modified>
  <cp:category/>
</cp:coreProperties>
</file>